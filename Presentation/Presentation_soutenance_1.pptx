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chivo Black" charset="1" panose="020B0A03020202020B04"/>
      <p:regular r:id="rId15"/>
    </p:embeddedFont>
    <p:embeddedFont>
      <p:font typeface="Garet Bold" charset="1" panose="00000000000000000000"/>
      <p:regular r:id="rId16"/>
    </p:embeddedFont>
    <p:embeddedFont>
      <p:font typeface="Garet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Relationship Id="rId6" Target="../media/image9.jpe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4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png" Type="http://schemas.openxmlformats.org/officeDocument/2006/relationships/image"/><Relationship Id="rId4" Target="https://github.com/Epigold/Mobius_EPITA/" TargetMode="External" Type="http://schemas.openxmlformats.org/officeDocument/2006/relationships/hyperlink"/><Relationship Id="rId5" Target="../media/image27.png" Type="http://schemas.openxmlformats.org/officeDocument/2006/relationships/image"/><Relationship Id="rId6" Target="../media/image2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797433" cy="707541"/>
          </a:xfrm>
          <a:custGeom>
            <a:avLst/>
            <a:gdLst/>
            <a:ahLst/>
            <a:cxnLst/>
            <a:rect r="r" b="b" t="t" l="l"/>
            <a:pathLst>
              <a:path h="707541" w="797433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08945" y="8673492"/>
            <a:ext cx="1902673" cy="1902673"/>
          </a:xfrm>
          <a:custGeom>
            <a:avLst/>
            <a:gdLst/>
            <a:ahLst/>
            <a:cxnLst/>
            <a:rect r="r" b="b" t="t" l="l"/>
            <a:pathLst>
              <a:path h="1902673" w="1902673">
                <a:moveTo>
                  <a:pt x="0" y="0"/>
                </a:moveTo>
                <a:lnTo>
                  <a:pt x="1902672" y="0"/>
                </a:lnTo>
                <a:lnTo>
                  <a:pt x="1902672" y="1902673"/>
                </a:lnTo>
                <a:lnTo>
                  <a:pt x="0" y="19026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41593" y="6347224"/>
            <a:ext cx="3404813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Par M3G_STUDIO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615336"/>
            <a:ext cx="3366096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PRÉSENTÉ PAR: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045333"/>
            <a:ext cx="3637039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Emile, Mael, Madeleine et Georges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68701" y="1189355"/>
            <a:ext cx="432108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Depuis 2025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399545" y="2102045"/>
            <a:ext cx="11488910" cy="3707139"/>
          </a:xfrm>
          <a:custGeom>
            <a:avLst/>
            <a:gdLst/>
            <a:ahLst/>
            <a:cxnLst/>
            <a:rect r="r" b="b" t="t" l="l"/>
            <a:pathLst>
              <a:path h="3707139" w="11488910">
                <a:moveTo>
                  <a:pt x="0" y="0"/>
                </a:moveTo>
                <a:lnTo>
                  <a:pt x="11488910" y="0"/>
                </a:lnTo>
                <a:lnTo>
                  <a:pt x="11488910" y="3707139"/>
                </a:lnTo>
                <a:lnTo>
                  <a:pt x="0" y="37071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63478" r="0" b="-52993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08945" y="8673492"/>
            <a:ext cx="1902673" cy="1902673"/>
          </a:xfrm>
          <a:custGeom>
            <a:avLst/>
            <a:gdLst/>
            <a:ahLst/>
            <a:cxnLst/>
            <a:rect r="r" b="b" t="t" l="l"/>
            <a:pathLst>
              <a:path h="1902673" w="1902673">
                <a:moveTo>
                  <a:pt x="0" y="0"/>
                </a:moveTo>
                <a:lnTo>
                  <a:pt x="1902672" y="0"/>
                </a:lnTo>
                <a:lnTo>
                  <a:pt x="1902672" y="1902673"/>
                </a:lnTo>
                <a:lnTo>
                  <a:pt x="0" y="1902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272807" y="1123950"/>
            <a:ext cx="374238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000"/>
              </a:lnSpc>
              <a:spcBef>
                <a:spcPct val="0"/>
              </a:spcBef>
            </a:pPr>
            <a:r>
              <a:rPr lang="en-US" sz="6000" spc="-47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Sommaire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44621" y="2660650"/>
            <a:ext cx="8998759" cy="572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65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Présentation projet et de l’équipe</a:t>
            </a:r>
          </a:p>
          <a:p>
            <a:pPr algn="l" marL="1079501" indent="-539750" lvl="1">
              <a:lnSpc>
                <a:spcPts val="65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Organisation</a:t>
            </a:r>
          </a:p>
          <a:p>
            <a:pPr algn="l" marL="1079501" indent="-539750" lvl="1">
              <a:lnSpc>
                <a:spcPts val="65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Répartition des rôles</a:t>
            </a:r>
          </a:p>
          <a:p>
            <a:pPr algn="l" marL="1079501" indent="-539750" lvl="1">
              <a:lnSpc>
                <a:spcPts val="65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Avancée</a:t>
            </a:r>
          </a:p>
          <a:p>
            <a:pPr algn="l" marL="1079501" indent="-539750" lvl="1">
              <a:lnSpc>
                <a:spcPts val="6500"/>
              </a:lnSpc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Modalités</a:t>
            </a:r>
          </a:p>
          <a:p>
            <a:pPr algn="l" marL="1079501" indent="-539750" lvl="1">
              <a:lnSpc>
                <a:spcPts val="6500"/>
              </a:lnSpc>
              <a:spcBef>
                <a:spcPct val="0"/>
              </a:spcBef>
              <a:buFont typeface="Arial"/>
              <a:buChar char="•"/>
            </a:pPr>
            <a:r>
              <a:rPr lang="en-US" sz="5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Produit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85133" y="8678254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585133" y="910687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250509" y="2938298"/>
            <a:ext cx="3261144" cy="3261144"/>
            <a:chOff x="0" y="0"/>
            <a:chExt cx="8790178" cy="87901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3"/>
              <a:stretch>
                <a:fillRect l="0" t="-16747" r="0" b="-16747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5425788" y="2938298"/>
            <a:ext cx="3261144" cy="3261144"/>
            <a:chOff x="0" y="0"/>
            <a:chExt cx="8790178" cy="87901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4"/>
              <a:stretch>
                <a:fillRect l="0" t="-16747" r="0" b="-16747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9601067" y="2938298"/>
            <a:ext cx="3261144" cy="3261144"/>
            <a:chOff x="0" y="0"/>
            <a:chExt cx="8790178" cy="87901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5"/>
              <a:stretch>
                <a:fillRect l="0" t="-16747" r="0" b="-16747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3776346" y="2938298"/>
            <a:ext cx="3261144" cy="3261144"/>
            <a:chOff x="0" y="0"/>
            <a:chExt cx="8790178" cy="87901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6"/>
              <a:stretch>
                <a:fillRect l="0" t="-16747" r="0" b="-16747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2568735" y="7765716"/>
            <a:ext cx="624692" cy="623129"/>
          </a:xfrm>
          <a:custGeom>
            <a:avLst/>
            <a:gdLst/>
            <a:ahLst/>
            <a:cxnLst/>
            <a:rect r="r" b="b" t="t" l="l"/>
            <a:pathLst>
              <a:path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17870" t="0" r="0" b="-122462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744014" y="7765716"/>
            <a:ext cx="624692" cy="623129"/>
          </a:xfrm>
          <a:custGeom>
            <a:avLst/>
            <a:gdLst/>
            <a:ahLst/>
            <a:cxnLst/>
            <a:rect r="r" b="b" t="t" l="l"/>
            <a:pathLst>
              <a:path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17870" t="0" r="0" b="-122462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919293" y="7765716"/>
            <a:ext cx="624692" cy="623129"/>
          </a:xfrm>
          <a:custGeom>
            <a:avLst/>
            <a:gdLst/>
            <a:ahLst/>
            <a:cxnLst/>
            <a:rect r="r" b="b" t="t" l="l"/>
            <a:pathLst>
              <a:path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17870" t="0" r="0" b="-122462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094572" y="7765716"/>
            <a:ext cx="624692" cy="623129"/>
          </a:xfrm>
          <a:custGeom>
            <a:avLst/>
            <a:gdLst/>
            <a:ahLst/>
            <a:cxnLst/>
            <a:rect r="r" b="b" t="t" l="l"/>
            <a:pathLst>
              <a:path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17870" t="0" r="0" b="-122462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542303" y="1123950"/>
            <a:ext cx="7203393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000" spc="-47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M3G_STUDIO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5229" y="6547601"/>
            <a:ext cx="3931704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Georges Boyer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68721" y="6547601"/>
            <a:ext cx="4175279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Madeleine Diop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5229" y="7033397"/>
            <a:ext cx="3957821" cy="65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Responsable Programmation</a:t>
            </a:r>
          </a:p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Chef de Groupe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74347" y="6547601"/>
            <a:ext cx="4114584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Mael Bosse Platiere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01067" y="7033397"/>
            <a:ext cx="3261144" cy="65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Responsable multijoueur, sons et musiques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380106" y="6547601"/>
            <a:ext cx="4053624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Emile Levast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76346" y="7033397"/>
            <a:ext cx="3261144" cy="65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Responsable histoire et menu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25788" y="7033397"/>
            <a:ext cx="3261144" cy="65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Responsable des graphismes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6208945" y="8673492"/>
            <a:ext cx="1902673" cy="1902673"/>
          </a:xfrm>
          <a:custGeom>
            <a:avLst/>
            <a:gdLst/>
            <a:ahLst/>
            <a:cxnLst/>
            <a:rect r="r" b="b" t="t" l="l"/>
            <a:pathLst>
              <a:path h="1902673" w="1902673">
                <a:moveTo>
                  <a:pt x="0" y="0"/>
                </a:moveTo>
                <a:lnTo>
                  <a:pt x="1902672" y="0"/>
                </a:lnTo>
                <a:lnTo>
                  <a:pt x="1902672" y="1902673"/>
                </a:lnTo>
                <a:lnTo>
                  <a:pt x="0" y="190267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88928" y="5143500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00729" y="5143500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12531" y="5143500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5" y="0"/>
                </a:lnTo>
                <a:lnTo>
                  <a:pt x="1672525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4050287" y="0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83633" y="6223933"/>
            <a:ext cx="380699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Définir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33493" y="6223933"/>
            <a:ext cx="380699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Planifier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45294" y="6223933"/>
            <a:ext cx="380699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Fiabilité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8222" y="6743718"/>
            <a:ext cx="3957821" cy="104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1"/>
              </a:lnSpc>
            </a:pPr>
            <a:r>
              <a:rPr lang="en-US" sz="30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Choix des fonctionnalités.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82670" y="6743718"/>
            <a:ext cx="3957821" cy="104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1"/>
              </a:lnSpc>
            </a:pPr>
            <a:r>
              <a:rPr lang="en-US" sz="30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Mise en place de délai.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208945" y="8673492"/>
            <a:ext cx="1902673" cy="1902673"/>
          </a:xfrm>
          <a:custGeom>
            <a:avLst/>
            <a:gdLst/>
            <a:ahLst/>
            <a:cxnLst/>
            <a:rect r="r" b="b" t="t" l="l"/>
            <a:pathLst>
              <a:path h="1902673" w="1902673">
                <a:moveTo>
                  <a:pt x="0" y="0"/>
                </a:moveTo>
                <a:lnTo>
                  <a:pt x="1902672" y="0"/>
                </a:lnTo>
                <a:lnTo>
                  <a:pt x="1902672" y="1902673"/>
                </a:lnTo>
                <a:lnTo>
                  <a:pt x="0" y="19026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>
            <a:off x="-585133" y="8678254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-585133" y="910687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3017808" y="6743718"/>
            <a:ext cx="4461970" cy="104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1"/>
              </a:lnSpc>
            </a:pPr>
            <a:r>
              <a:rPr lang="en-US" sz="30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Respect des contraintes de temps.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47445" y="1943100"/>
            <a:ext cx="519311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Organisation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292567" y="3405312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585133" y="265528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208945" y="8673492"/>
            <a:ext cx="1902673" cy="1902673"/>
          </a:xfrm>
          <a:custGeom>
            <a:avLst/>
            <a:gdLst/>
            <a:ahLst/>
            <a:cxnLst/>
            <a:rect r="r" b="b" t="t" l="l"/>
            <a:pathLst>
              <a:path h="1902673" w="1902673">
                <a:moveTo>
                  <a:pt x="0" y="0"/>
                </a:moveTo>
                <a:lnTo>
                  <a:pt x="1902672" y="0"/>
                </a:lnTo>
                <a:lnTo>
                  <a:pt x="1902672" y="1902673"/>
                </a:lnTo>
                <a:lnTo>
                  <a:pt x="0" y="1902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90690" y="7583175"/>
            <a:ext cx="1506620" cy="2180634"/>
          </a:xfrm>
          <a:custGeom>
            <a:avLst/>
            <a:gdLst/>
            <a:ahLst/>
            <a:cxnLst/>
            <a:rect r="r" b="b" t="t" l="l"/>
            <a:pathLst>
              <a:path h="2180634" w="1506620">
                <a:moveTo>
                  <a:pt x="0" y="0"/>
                </a:moveTo>
                <a:lnTo>
                  <a:pt x="1506620" y="0"/>
                </a:lnTo>
                <a:lnTo>
                  <a:pt x="1506620" y="2180634"/>
                </a:lnTo>
                <a:lnTo>
                  <a:pt x="0" y="21806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867400"/>
            <a:ext cx="4791815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99"/>
              </a:lnSpc>
              <a:spcBef>
                <a:spcPct val="0"/>
              </a:spcBef>
            </a:pPr>
            <a:r>
              <a:rPr lang="en-US" b="true" sz="4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Compétences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40501" y="4867400"/>
            <a:ext cx="3806998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99"/>
              </a:lnSpc>
              <a:spcBef>
                <a:spcPct val="0"/>
              </a:spcBef>
            </a:pPr>
            <a:r>
              <a:rPr lang="en-US" b="true" sz="4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Intérêt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12998" y="4867400"/>
            <a:ext cx="4346302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99"/>
              </a:lnSpc>
              <a:spcBef>
                <a:spcPct val="0"/>
              </a:spcBef>
            </a:pPr>
            <a:r>
              <a:rPr lang="en-US" b="true" sz="4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Disponibilité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04297" y="1257300"/>
            <a:ext cx="7879405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sz="6000" spc="-47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Répartition Des Rôles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5384" y="5693816"/>
            <a:ext cx="5018448" cy="1581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1"/>
              </a:lnSpc>
              <a:spcBef>
                <a:spcPct val="0"/>
              </a:spcBef>
            </a:pPr>
            <a:r>
              <a:rPr lang="en-US" sz="30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Graphisme, son et musique, programmation...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34776" y="5960516"/>
            <a:ext cx="5018448" cy="1047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1"/>
              </a:lnSpc>
              <a:spcBef>
                <a:spcPct val="0"/>
              </a:spcBef>
            </a:pPr>
            <a:r>
              <a:rPr lang="en-US" sz="30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Choix en fonction des envies de chacun.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76925" y="5693816"/>
            <a:ext cx="5018448" cy="1581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1"/>
              </a:lnSpc>
              <a:spcBef>
                <a:spcPct val="0"/>
              </a:spcBef>
            </a:pPr>
            <a:r>
              <a:rPr lang="en-US" sz="30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Répartition en fonction du temps libre de chaque personne.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-1229854" y="8538950"/>
            <a:ext cx="4267329" cy="1668138"/>
          </a:xfrm>
          <a:custGeom>
            <a:avLst/>
            <a:gdLst/>
            <a:ahLst/>
            <a:cxnLst/>
            <a:rect r="r" b="b" t="t" l="l"/>
            <a:pathLst>
              <a:path h="1668138" w="4267329">
                <a:moveTo>
                  <a:pt x="0" y="0"/>
                </a:moveTo>
                <a:lnTo>
                  <a:pt x="4267329" y="0"/>
                </a:lnTo>
                <a:lnTo>
                  <a:pt x="4267329" y="1668138"/>
                </a:lnTo>
                <a:lnTo>
                  <a:pt x="0" y="16681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08945" y="8673492"/>
            <a:ext cx="1902673" cy="1902673"/>
          </a:xfrm>
          <a:custGeom>
            <a:avLst/>
            <a:gdLst/>
            <a:ahLst/>
            <a:cxnLst/>
            <a:rect r="r" b="b" t="t" l="l"/>
            <a:pathLst>
              <a:path h="1902673" w="1902673">
                <a:moveTo>
                  <a:pt x="0" y="0"/>
                </a:moveTo>
                <a:lnTo>
                  <a:pt x="1902672" y="0"/>
                </a:lnTo>
                <a:lnTo>
                  <a:pt x="1902672" y="1902673"/>
                </a:lnTo>
                <a:lnTo>
                  <a:pt x="0" y="19026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135393" y="373979"/>
            <a:ext cx="13320193" cy="10724282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16345570" y="450103"/>
            <a:ext cx="1259845" cy="1259845"/>
          </a:xfrm>
          <a:custGeom>
            <a:avLst/>
            <a:gdLst/>
            <a:ahLst/>
            <a:cxnLst/>
            <a:rect r="r" b="b" t="t" l="l"/>
            <a:pathLst>
              <a:path h="1259845" w="1259845">
                <a:moveTo>
                  <a:pt x="0" y="0"/>
                </a:moveTo>
                <a:lnTo>
                  <a:pt x="1259845" y="0"/>
                </a:lnTo>
                <a:lnTo>
                  <a:pt x="1259845" y="1259844"/>
                </a:lnTo>
                <a:lnTo>
                  <a:pt x="0" y="12598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64423" y="802005"/>
            <a:ext cx="6359154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sz="6000" spc="-47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Situation actuelle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4287" y="3778990"/>
            <a:ext cx="6614069" cy="294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Contexte</a:t>
            </a:r>
          </a:p>
          <a:p>
            <a:pPr algn="ctr">
              <a:lnSpc>
                <a:spcPts val="4655"/>
              </a:lnSpc>
            </a:pPr>
          </a:p>
          <a:p>
            <a:pPr algn="ctr">
              <a:lnSpc>
                <a:spcPts val="4500"/>
              </a:lnSpc>
            </a:pPr>
            <a:r>
              <a:rPr lang="en-US" sz="4500" spc="-35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Avancement</a:t>
            </a:r>
          </a:p>
          <a:p>
            <a:pPr algn="l">
              <a:lnSpc>
                <a:spcPts val="4232"/>
              </a:lnSpc>
            </a:pPr>
          </a:p>
          <a:p>
            <a:pPr algn="ctr">
              <a:lnSpc>
                <a:spcPts val="4500"/>
              </a:lnSpc>
              <a:spcBef>
                <a:spcPct val="0"/>
              </a:spcBef>
            </a:pPr>
            <a:r>
              <a:rPr lang="en-US" sz="4500" spc="-35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Difficultés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316349"/>
            <a:ext cx="4858365" cy="2674570"/>
            <a:chOff x="0" y="0"/>
            <a:chExt cx="1279569" cy="7044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79569" cy="704413"/>
            </a:xfrm>
            <a:custGeom>
              <a:avLst/>
              <a:gdLst/>
              <a:ahLst/>
              <a:cxnLst/>
              <a:rect r="r" b="b" t="t" l="l"/>
              <a:pathLst>
                <a:path h="704413" w="1279569">
                  <a:moveTo>
                    <a:pt x="0" y="0"/>
                  </a:moveTo>
                  <a:lnTo>
                    <a:pt x="1279569" y="0"/>
                  </a:lnTo>
                  <a:lnTo>
                    <a:pt x="1279569" y="704413"/>
                  </a:lnTo>
                  <a:lnTo>
                    <a:pt x="0" y="7044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79569" cy="742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208945" y="8673492"/>
            <a:ext cx="1902673" cy="1902673"/>
          </a:xfrm>
          <a:custGeom>
            <a:avLst/>
            <a:gdLst/>
            <a:ahLst/>
            <a:cxnLst/>
            <a:rect r="r" b="b" t="t" l="l"/>
            <a:pathLst>
              <a:path h="1902673" w="1902673">
                <a:moveTo>
                  <a:pt x="0" y="0"/>
                </a:moveTo>
                <a:lnTo>
                  <a:pt x="1902672" y="0"/>
                </a:lnTo>
                <a:lnTo>
                  <a:pt x="1902672" y="1902673"/>
                </a:lnTo>
                <a:lnTo>
                  <a:pt x="0" y="1902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751886" y="6616092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14580702" y="-107829"/>
            <a:ext cx="6052740" cy="2079942"/>
          </a:xfrm>
          <a:custGeom>
            <a:avLst/>
            <a:gdLst/>
            <a:ahLst/>
            <a:cxnLst/>
            <a:rect r="r" b="b" t="t" l="l"/>
            <a:pathLst>
              <a:path h="2079942" w="6052740">
                <a:moveTo>
                  <a:pt x="0" y="0"/>
                </a:moveTo>
                <a:lnTo>
                  <a:pt x="6052740" y="0"/>
                </a:lnTo>
                <a:lnTo>
                  <a:pt x="6052740" y="2079942"/>
                </a:lnTo>
                <a:lnTo>
                  <a:pt x="0" y="20799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10359" y="2488061"/>
            <a:ext cx="10448941" cy="5933450"/>
          </a:xfrm>
          <a:custGeom>
            <a:avLst/>
            <a:gdLst/>
            <a:ahLst/>
            <a:cxnLst/>
            <a:rect r="r" b="b" t="t" l="l"/>
            <a:pathLst>
              <a:path h="5933450" w="10448941">
                <a:moveTo>
                  <a:pt x="0" y="0"/>
                </a:moveTo>
                <a:lnTo>
                  <a:pt x="10448941" y="0"/>
                </a:lnTo>
                <a:lnTo>
                  <a:pt x="10448941" y="5933450"/>
                </a:lnTo>
                <a:lnTo>
                  <a:pt x="0" y="59334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4673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358228" y="1160742"/>
            <a:ext cx="3571544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sz="6000" spc="-47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Modalités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4830" y="3874155"/>
            <a:ext cx="4858365" cy="1580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6177" indent="-443088" lvl="1">
              <a:lnSpc>
                <a:spcPts val="4104"/>
              </a:lnSpc>
              <a:buFont typeface="Arial"/>
              <a:buChar char="•"/>
            </a:pPr>
            <a:r>
              <a:rPr lang="en-US" sz="4104" spc="-32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Travail</a:t>
            </a:r>
          </a:p>
          <a:p>
            <a:pPr algn="l">
              <a:lnSpc>
                <a:spcPts val="4104"/>
              </a:lnSpc>
            </a:pPr>
          </a:p>
          <a:p>
            <a:pPr algn="l" marL="886177" indent="-443088" lvl="1">
              <a:lnSpc>
                <a:spcPts val="4104"/>
              </a:lnSpc>
              <a:spcBef>
                <a:spcPct val="0"/>
              </a:spcBef>
              <a:buFont typeface="Arial"/>
              <a:buChar char="•"/>
            </a:pPr>
            <a:r>
              <a:rPr lang="en-US" sz="4104" spc="-32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Communication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08945" y="8673492"/>
            <a:ext cx="1902673" cy="1902673"/>
          </a:xfrm>
          <a:custGeom>
            <a:avLst/>
            <a:gdLst/>
            <a:ahLst/>
            <a:cxnLst/>
            <a:rect r="r" b="b" t="t" l="l"/>
            <a:pathLst>
              <a:path h="1902673" w="1902673">
                <a:moveTo>
                  <a:pt x="0" y="0"/>
                </a:moveTo>
                <a:lnTo>
                  <a:pt x="1902672" y="0"/>
                </a:lnTo>
                <a:lnTo>
                  <a:pt x="1902672" y="1902673"/>
                </a:lnTo>
                <a:lnTo>
                  <a:pt x="0" y="1902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751886" y="6616092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700000">
            <a:off x="14580702" y="-107829"/>
            <a:ext cx="6052740" cy="2079942"/>
          </a:xfrm>
          <a:custGeom>
            <a:avLst/>
            <a:gdLst/>
            <a:ahLst/>
            <a:cxnLst/>
            <a:rect r="r" b="b" t="t" l="l"/>
            <a:pathLst>
              <a:path h="2079942" w="6052740">
                <a:moveTo>
                  <a:pt x="0" y="0"/>
                </a:moveTo>
                <a:lnTo>
                  <a:pt x="6052740" y="0"/>
                </a:lnTo>
                <a:lnTo>
                  <a:pt x="6052740" y="2079942"/>
                </a:lnTo>
                <a:lnTo>
                  <a:pt x="0" y="20799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80293" y="1465567"/>
            <a:ext cx="2727415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sz="6000" spc="-47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Produit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92753" y="3377932"/>
            <a:ext cx="5702494" cy="4451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80482" indent="-540241" lvl="1">
              <a:lnSpc>
                <a:spcPts val="5004"/>
              </a:lnSpc>
              <a:buFont typeface="Arial"/>
              <a:buChar char="•"/>
            </a:pPr>
            <a:r>
              <a:rPr lang="en-US" sz="5004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Prise en main</a:t>
            </a:r>
          </a:p>
          <a:p>
            <a:pPr algn="l">
              <a:lnSpc>
                <a:spcPts val="5004"/>
              </a:lnSpc>
            </a:pPr>
          </a:p>
          <a:p>
            <a:pPr algn="l" marL="1080482" indent="-540241" lvl="1">
              <a:lnSpc>
                <a:spcPts val="5004"/>
              </a:lnSpc>
              <a:buFont typeface="Arial"/>
              <a:buChar char="•"/>
            </a:pPr>
            <a:r>
              <a:rPr lang="en-US" sz="5004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rendu visuel</a:t>
            </a:r>
          </a:p>
          <a:p>
            <a:pPr algn="l">
              <a:lnSpc>
                <a:spcPts val="5004"/>
              </a:lnSpc>
            </a:pPr>
          </a:p>
          <a:p>
            <a:pPr algn="l" marL="1080482" indent="-540241" lvl="1">
              <a:lnSpc>
                <a:spcPts val="5004"/>
              </a:lnSpc>
              <a:buFont typeface="Arial"/>
              <a:buChar char="•"/>
            </a:pPr>
            <a:r>
              <a:rPr lang="en-US" sz="5004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exécutable</a:t>
            </a:r>
          </a:p>
          <a:p>
            <a:pPr algn="l">
              <a:lnSpc>
                <a:spcPts val="5004"/>
              </a:lnSpc>
            </a:pPr>
          </a:p>
          <a:p>
            <a:pPr algn="l" marL="1080482" indent="-540241" lvl="1">
              <a:lnSpc>
                <a:spcPts val="5004"/>
              </a:lnSpc>
              <a:spcBef>
                <a:spcPct val="0"/>
              </a:spcBef>
              <a:buFont typeface="Arial"/>
              <a:buChar char="•"/>
            </a:pPr>
            <a:r>
              <a:rPr lang="en-US" sz="5004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documentation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739036"/>
            <a:ext cx="7203393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Merci.</a:t>
            </a:r>
          </a:p>
        </p:txBody>
      </p:sp>
      <p:sp>
        <p:nvSpPr>
          <p:cNvPr name="AutoShape 4" id="4"/>
          <p:cNvSpPr/>
          <p:nvPr/>
        </p:nvSpPr>
        <p:spPr>
          <a:xfrm>
            <a:off x="-585133" y="881062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5632027"/>
            <a:ext cx="214954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Instagram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78247" y="5559001"/>
            <a:ext cx="536230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@m3g_studi0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194741"/>
            <a:ext cx="214954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Adresse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78247" y="6121715"/>
            <a:ext cx="711470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12 Rue Jean-Louis Bertrand, 35000 RENNES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794250"/>
            <a:ext cx="476468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CONTACTEZ-NOUS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772550" y="7653464"/>
            <a:ext cx="3515450" cy="1286701"/>
          </a:xfrm>
          <a:custGeom>
            <a:avLst/>
            <a:gdLst/>
            <a:ahLst/>
            <a:cxnLst/>
            <a:rect r="r" b="b" t="t" l="l"/>
            <a:pathLst>
              <a:path h="1286701" w="3515450">
                <a:moveTo>
                  <a:pt x="0" y="0"/>
                </a:moveTo>
                <a:lnTo>
                  <a:pt x="3515450" y="0"/>
                </a:lnTo>
                <a:lnTo>
                  <a:pt x="3515450" y="1286701"/>
                </a:lnTo>
                <a:lnTo>
                  <a:pt x="0" y="1286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99569" y="8868249"/>
            <a:ext cx="608433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4" tooltip="https://github.com/Epigold/Mobius_EPITA/"/>
              </a:rPr>
              <a:t>https://github.com/Epigold/Mobius_EPITA/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868249"/>
            <a:ext cx="177086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Lien Github :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052062" y="405795"/>
            <a:ext cx="1641362" cy="2114167"/>
          </a:xfrm>
          <a:custGeom>
            <a:avLst/>
            <a:gdLst/>
            <a:ahLst/>
            <a:cxnLst/>
            <a:rect r="r" b="b" t="t" l="l"/>
            <a:pathLst>
              <a:path h="2114167" w="1641362">
                <a:moveTo>
                  <a:pt x="0" y="0"/>
                </a:moveTo>
                <a:lnTo>
                  <a:pt x="1641362" y="0"/>
                </a:lnTo>
                <a:lnTo>
                  <a:pt x="1641362" y="2114166"/>
                </a:lnTo>
                <a:lnTo>
                  <a:pt x="0" y="21141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DAG-ku-CaCU</dc:identifier>
  <dcterms:modified xsi:type="dcterms:W3CDTF">2011-08-01T06:04:30Z</dcterms:modified>
  <cp:revision>1</cp:revision>
  <dc:title>Copy of Presentation Mobius 18/12/2025</dc:title>
</cp:coreProperties>
</file>