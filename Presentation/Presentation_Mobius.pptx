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chivo Black" charset="1" panose="020B0A03020202020B04"/>
      <p:regular r:id="rId15"/>
    </p:embeddedFont>
    <p:embeddedFont>
      <p:font typeface="Garet Bold" charset="1" panose="00000000000000000000"/>
      <p:regular r:id="rId16"/>
    </p:embeddedFont>
    <p:embeddedFont>
      <p:font typeface="Garet" charset="1" panose="00000000000000000000"/>
      <p:regular r:id="rId17"/>
    </p:embeddedFont>
    <p:embeddedFont>
      <p:font typeface="Garet Light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17285" y="7414798"/>
            <a:ext cx="2740168" cy="2740168"/>
          </a:xfrm>
          <a:custGeom>
            <a:avLst/>
            <a:gdLst/>
            <a:ahLst/>
            <a:cxnLst/>
            <a:rect r="r" b="b" t="t" l="l"/>
            <a:pathLst>
              <a:path h="2740168" w="2740168">
                <a:moveTo>
                  <a:pt x="0" y="0"/>
                </a:moveTo>
                <a:lnTo>
                  <a:pt x="2740168" y="0"/>
                </a:lnTo>
                <a:lnTo>
                  <a:pt x="2740168" y="2740167"/>
                </a:lnTo>
                <a:lnTo>
                  <a:pt x="0" y="2740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99545" y="3065575"/>
            <a:ext cx="11488910" cy="3707139"/>
          </a:xfrm>
          <a:custGeom>
            <a:avLst/>
            <a:gdLst/>
            <a:ahLst/>
            <a:cxnLst/>
            <a:rect r="r" b="b" t="t" l="l"/>
            <a:pathLst>
              <a:path h="3707139" w="11488910">
                <a:moveTo>
                  <a:pt x="0" y="0"/>
                </a:moveTo>
                <a:lnTo>
                  <a:pt x="11488910" y="0"/>
                </a:lnTo>
                <a:lnTo>
                  <a:pt x="11488910" y="3707138"/>
                </a:lnTo>
                <a:lnTo>
                  <a:pt x="0" y="37071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3478" r="0" b="-5299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41593" y="6820338"/>
            <a:ext cx="3404813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Par M3G_STUDIO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78488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PRÉSENTÉ PAR: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073908"/>
            <a:ext cx="2699065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Madeleine, Emile, Malory, Mael et Georges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Depuis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28700" y="4292535"/>
            <a:ext cx="13838306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5074698" y="3103895"/>
            <a:ext cx="1629446" cy="2396244"/>
          </a:xfrm>
          <a:custGeom>
            <a:avLst/>
            <a:gdLst/>
            <a:ahLst/>
            <a:cxnLst/>
            <a:rect r="r" b="b" t="t" l="l"/>
            <a:pathLst>
              <a:path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62887"/>
            <a:ext cx="568354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Histoire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27374"/>
            <a:ext cx="67205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explication, déroulement et techniques utilisées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67082" y="5640615"/>
            <a:ext cx="2277734" cy="1177392"/>
            <a:chOff x="0" y="0"/>
            <a:chExt cx="3036979" cy="15698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découverte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22859"/>
              <a:ext cx="3036979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début de l’histoire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05388" y="5640615"/>
            <a:ext cx="2277734" cy="1177392"/>
            <a:chOff x="0" y="0"/>
            <a:chExt cx="3036979" cy="156985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mécanismes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22859"/>
              <a:ext cx="3036979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chefs ennemis, objets...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82075" y="5640615"/>
            <a:ext cx="2277734" cy="1177392"/>
            <a:chOff x="0" y="0"/>
            <a:chExt cx="3036979" cy="156985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narration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22859"/>
              <a:ext cx="3036979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dialogues, mémoire...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63582" y="5640615"/>
            <a:ext cx="4123962" cy="1177392"/>
            <a:chOff x="0" y="0"/>
            <a:chExt cx="5498615" cy="156985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28575"/>
              <a:ext cx="5498615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finalisation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22859"/>
              <a:ext cx="5498615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dénouement final et mystère élucidé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28700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005388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982075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958763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3554" y="1805410"/>
            <a:ext cx="6364265" cy="7452890"/>
          </a:xfrm>
          <a:custGeom>
            <a:avLst/>
            <a:gdLst/>
            <a:ahLst/>
            <a:cxnLst/>
            <a:rect r="r" b="b" t="t" l="l"/>
            <a:pathLst>
              <a:path h="7452890" w="6364265">
                <a:moveTo>
                  <a:pt x="0" y="0"/>
                </a:moveTo>
                <a:lnTo>
                  <a:pt x="6364265" y="0"/>
                </a:lnTo>
                <a:lnTo>
                  <a:pt x="6364265" y="7452890"/>
                </a:lnTo>
                <a:lnTo>
                  <a:pt x="0" y="7452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765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47826" y="4584116"/>
            <a:ext cx="6440174" cy="6281947"/>
          </a:xfrm>
          <a:custGeom>
            <a:avLst/>
            <a:gdLst/>
            <a:ahLst/>
            <a:cxnLst/>
            <a:rect r="r" b="b" t="t" l="l"/>
            <a:pathLst>
              <a:path h="6281947" w="6440174">
                <a:moveTo>
                  <a:pt x="0" y="0"/>
                </a:moveTo>
                <a:lnTo>
                  <a:pt x="6440174" y="0"/>
                </a:lnTo>
                <a:lnTo>
                  <a:pt x="6440174" y="6281947"/>
                </a:lnTo>
                <a:lnTo>
                  <a:pt x="0" y="62819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000" t="0" r="0" b="-4321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64072" y="1227562"/>
            <a:ext cx="6118024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Personnages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64072" y="2143415"/>
            <a:ext cx="4672391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PROTOTYPES ET DESIGN DES PERSONNAGES APPARAISSANT DANS LE JEU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87819" y="2643426"/>
            <a:ext cx="5036657" cy="54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9"/>
              </a:lnSpc>
              <a:spcBef>
                <a:spcPct val="0"/>
              </a:spcBef>
            </a:pPr>
            <a:r>
              <a:rPr lang="en-US" sz="4781" spc="-37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Sayanel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70742" y="6261193"/>
            <a:ext cx="4893330" cy="100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9"/>
              </a:lnSpc>
            </a:pPr>
            <a:r>
              <a:rPr lang="en-US" sz="4781" spc="-37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Koltopyrus : </a:t>
            </a:r>
          </a:p>
          <a:p>
            <a:pPr algn="r" marL="0" indent="0" lvl="0">
              <a:lnSpc>
                <a:spcPts val="3729"/>
              </a:lnSpc>
              <a:spcBef>
                <a:spcPct val="0"/>
              </a:spcBef>
            </a:pPr>
            <a:r>
              <a:rPr lang="en-US" sz="4781" spc="-37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le Destructeur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7415" y="3441606"/>
            <a:ext cx="6084332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LE PERSONNAGE PRINCIPAL, VENU DU FUTUR.</a:t>
            </a:r>
          </a:p>
          <a:p>
            <a:pPr algn="l">
              <a:lnSpc>
                <a:spcPts val="2800"/>
              </a:lnSpc>
            </a:pP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IL PORTE UN ÉQUIPEMENT HAUTE-TECHNOLOGIE, MAIS NE SAURA L’UTILISER QUE DANS LA BATAILLE FINALE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43661" y="7686989"/>
            <a:ext cx="4820411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 ROBOT QUI SÈME LE CHAOS DANS LE MONDE.</a:t>
            </a:r>
          </a:p>
          <a:p>
            <a:pPr algn="r">
              <a:lnSpc>
                <a:spcPts val="2800"/>
              </a:lnSpc>
            </a:pPr>
          </a:p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 PUISSANCE EST INÉGALÉE.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04146" y="2481512"/>
            <a:ext cx="10612297" cy="7412610"/>
          </a:xfrm>
          <a:custGeom>
            <a:avLst/>
            <a:gdLst/>
            <a:ahLst/>
            <a:cxnLst/>
            <a:rect r="r" b="b" t="t" l="l"/>
            <a:pathLst>
              <a:path h="7412610" w="10612297">
                <a:moveTo>
                  <a:pt x="0" y="0"/>
                </a:moveTo>
                <a:lnTo>
                  <a:pt x="10612298" y="0"/>
                </a:lnTo>
                <a:lnTo>
                  <a:pt x="10612298" y="7412610"/>
                </a:lnTo>
                <a:lnTo>
                  <a:pt x="0" y="7412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47775"/>
            <a:ext cx="6118024" cy="12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Monde 1 : Préhistoire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8053" y="4706395"/>
            <a:ext cx="6084332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 MONDE INCONNU ET ISOLÉ, REMONTANT À DES ANNÉES AUPARAVANT, À L’APPARITION DES PERMIERS HUMAINS.</a:t>
            </a:r>
          </a:p>
          <a:p>
            <a:pPr algn="l">
              <a:lnSpc>
                <a:spcPts val="2800"/>
              </a:lnSpc>
            </a:pP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LA FAUNE ET LA FLORE SONT ALÉATOIRES. DES HOMMES DE CROMAGNON SONT SOUVENT DANS LES PARAGES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700" y="5499250"/>
            <a:ext cx="5489373" cy="4121056"/>
            <a:chOff x="0" y="0"/>
            <a:chExt cx="8916670" cy="66940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3"/>
              <a:stretch>
                <a:fillRect l="-11975" t="0" r="-11976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245798"/>
            <a:ext cx="9935415" cy="2761187"/>
          </a:xfrm>
          <a:custGeom>
            <a:avLst/>
            <a:gdLst/>
            <a:ahLst/>
            <a:cxnLst/>
            <a:rect r="r" b="b" t="t" l="l"/>
            <a:pathLst>
              <a:path h="2761187" w="9935415">
                <a:moveTo>
                  <a:pt x="0" y="0"/>
                </a:moveTo>
                <a:lnTo>
                  <a:pt x="9935415" y="0"/>
                </a:lnTo>
                <a:lnTo>
                  <a:pt x="9935415" y="2761187"/>
                </a:lnTo>
                <a:lnTo>
                  <a:pt x="0" y="2761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89335" y="5499250"/>
            <a:ext cx="5291148" cy="5291148"/>
          </a:xfrm>
          <a:custGeom>
            <a:avLst/>
            <a:gdLst/>
            <a:ahLst/>
            <a:cxnLst/>
            <a:rect r="r" b="b" t="t" l="l"/>
            <a:pathLst>
              <a:path h="5291148" w="5291148">
                <a:moveTo>
                  <a:pt x="0" y="0"/>
                </a:moveTo>
                <a:lnTo>
                  <a:pt x="5291148" y="0"/>
                </a:lnTo>
                <a:lnTo>
                  <a:pt x="5291148" y="5291148"/>
                </a:lnTo>
                <a:lnTo>
                  <a:pt x="0" y="5291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86683" y="4463781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567000" y="681705"/>
            <a:ext cx="7203393" cy="78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Mecanismes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40164" y="239459"/>
            <a:ext cx="3512488" cy="78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CLASSES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5890" y="4660959"/>
            <a:ext cx="5834992" cy="78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ACCELERATION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5152254"/>
            <a:ext cx="1581818" cy="78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PNJ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86061" y="1432845"/>
            <a:ext cx="608433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PLUSIEURS MÉCANISMES DE JEU</a:t>
            </a:r>
          </a:p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ENCORE EN DÉVELOPPEMENT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80326" y="3377676"/>
            <a:ext cx="4363321" cy="78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MONSTRES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095936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7737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19538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60526" y="-835210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557564"/>
            <a:ext cx="7279037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Le Multijoueur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190994"/>
            <a:ext cx="882335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Mobius sera une expérience multi 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 ou 2 Joueurs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35821" y="6475512"/>
            <a:ext cx="504853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Une jouabilité adaptée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4020" y="7078855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Possibilité de jouer avec vos amis de n’importe où 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35821" y="7078855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difficulté ainsi que les interactions seront différentes selon le nombre de joueurs !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53379" y="6475512"/>
            <a:ext cx="560484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Une expérience similaire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47622" y="7078855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Jouer seul ou à deux, l’histoire restera la même.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640211" y="4894147"/>
            <a:ext cx="987239" cy="1419440"/>
          </a:xfrm>
          <a:custGeom>
            <a:avLst/>
            <a:gdLst/>
            <a:ahLst/>
            <a:cxnLst/>
            <a:rect r="r" b="b" t="t" l="l"/>
            <a:pathLst>
              <a:path h="1419440" w="987239">
                <a:moveTo>
                  <a:pt x="0" y="0"/>
                </a:moveTo>
                <a:lnTo>
                  <a:pt x="987239" y="0"/>
                </a:lnTo>
                <a:lnTo>
                  <a:pt x="987239" y="1419440"/>
                </a:lnTo>
                <a:lnTo>
                  <a:pt x="0" y="1419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24029" y="4894147"/>
            <a:ext cx="1616340" cy="1419440"/>
          </a:xfrm>
          <a:custGeom>
            <a:avLst/>
            <a:gdLst/>
            <a:ahLst/>
            <a:cxnLst/>
            <a:rect r="r" b="b" t="t" l="l"/>
            <a:pathLst>
              <a:path h="1419440" w="1616340">
                <a:moveTo>
                  <a:pt x="0" y="0"/>
                </a:moveTo>
                <a:lnTo>
                  <a:pt x="1616340" y="0"/>
                </a:lnTo>
                <a:lnTo>
                  <a:pt x="1616340" y="1419440"/>
                </a:lnTo>
                <a:lnTo>
                  <a:pt x="0" y="1419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4646081" y="4328227"/>
            <a:ext cx="1419440" cy="2551281"/>
          </a:xfrm>
          <a:custGeom>
            <a:avLst/>
            <a:gdLst/>
            <a:ahLst/>
            <a:cxnLst/>
            <a:rect r="r" b="b" t="t" l="l"/>
            <a:pathLst>
              <a:path h="2551281" w="1419440">
                <a:moveTo>
                  <a:pt x="0" y="0"/>
                </a:moveTo>
                <a:lnTo>
                  <a:pt x="1419440" y="0"/>
                </a:lnTo>
                <a:lnTo>
                  <a:pt x="1419440" y="2551281"/>
                </a:lnTo>
                <a:lnTo>
                  <a:pt x="0" y="25512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3556" y="601726"/>
            <a:ext cx="7315200" cy="3147237"/>
          </a:xfrm>
          <a:custGeom>
            <a:avLst/>
            <a:gdLst/>
            <a:ahLst/>
            <a:cxnLst/>
            <a:rect r="r" b="b" t="t" l="l"/>
            <a:pathLst>
              <a:path h="3147237" w="7315200">
                <a:moveTo>
                  <a:pt x="0" y="0"/>
                </a:moveTo>
                <a:lnTo>
                  <a:pt x="7315200" y="0"/>
                </a:lnTo>
                <a:lnTo>
                  <a:pt x="7315200" y="3147237"/>
                </a:lnTo>
                <a:lnTo>
                  <a:pt x="0" y="31472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80263" y="1123950"/>
            <a:ext cx="7279037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Effets sonores et musiques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80263" y="3013912"/>
            <a:ext cx="882335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Pour une immersion totale.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Une ambiance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40501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 la musique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4020" y="7078855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Modification des thèmes musicaux selon la situation : (menu, combats, zone neutre).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35821" y="7078855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Du piano et des leitmotivs.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52302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Des bruitages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47622" y="7078855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Une bande son originale.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99073" y="4034215"/>
            <a:ext cx="1705008" cy="1705008"/>
          </a:xfrm>
          <a:custGeom>
            <a:avLst/>
            <a:gdLst/>
            <a:ahLst/>
            <a:cxnLst/>
            <a:rect r="r" b="b" t="t" l="l"/>
            <a:pathLst>
              <a:path h="1705008" w="1705008">
                <a:moveTo>
                  <a:pt x="0" y="0"/>
                </a:moveTo>
                <a:lnTo>
                  <a:pt x="1705008" y="0"/>
                </a:lnTo>
                <a:lnTo>
                  <a:pt x="1705008" y="1705008"/>
                </a:lnTo>
                <a:lnTo>
                  <a:pt x="0" y="1705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99362" y="6454206"/>
            <a:ext cx="2904429" cy="2804094"/>
          </a:xfrm>
          <a:custGeom>
            <a:avLst/>
            <a:gdLst/>
            <a:ahLst/>
            <a:cxnLst/>
            <a:rect r="r" b="b" t="t" l="l"/>
            <a:pathLst>
              <a:path h="2804094" w="2904429">
                <a:moveTo>
                  <a:pt x="0" y="0"/>
                </a:moveTo>
                <a:lnTo>
                  <a:pt x="2904429" y="0"/>
                </a:lnTo>
                <a:lnTo>
                  <a:pt x="2904429" y="2804094"/>
                </a:lnTo>
                <a:lnTo>
                  <a:pt x="0" y="28040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61152" y="4273207"/>
            <a:ext cx="5531664" cy="1227024"/>
          </a:xfrm>
          <a:custGeom>
            <a:avLst/>
            <a:gdLst/>
            <a:ahLst/>
            <a:cxnLst/>
            <a:rect r="r" b="b" t="t" l="l"/>
            <a:pathLst>
              <a:path h="1227024" w="5531664">
                <a:moveTo>
                  <a:pt x="0" y="0"/>
                </a:moveTo>
                <a:lnTo>
                  <a:pt x="5531665" y="0"/>
                </a:lnTo>
                <a:lnTo>
                  <a:pt x="5531665" y="1227024"/>
                </a:lnTo>
                <a:lnTo>
                  <a:pt x="0" y="12270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61152" y="6613800"/>
            <a:ext cx="5531664" cy="1850593"/>
          </a:xfrm>
          <a:custGeom>
            <a:avLst/>
            <a:gdLst/>
            <a:ahLst/>
            <a:cxnLst/>
            <a:rect r="r" b="b" t="t" l="l"/>
            <a:pathLst>
              <a:path h="1850593" w="5531664">
                <a:moveTo>
                  <a:pt x="0" y="0"/>
                </a:moveTo>
                <a:lnTo>
                  <a:pt x="5531665" y="0"/>
                </a:lnTo>
                <a:lnTo>
                  <a:pt x="5531665" y="1850594"/>
                </a:lnTo>
                <a:lnTo>
                  <a:pt x="0" y="18505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95100" y="527814"/>
            <a:ext cx="6533089" cy="2458714"/>
          </a:xfrm>
          <a:custGeom>
            <a:avLst/>
            <a:gdLst/>
            <a:ahLst/>
            <a:cxnLst/>
            <a:rect r="r" b="b" t="t" l="l"/>
            <a:pathLst>
              <a:path h="2458714" w="6533089">
                <a:moveTo>
                  <a:pt x="0" y="0"/>
                </a:moveTo>
                <a:lnTo>
                  <a:pt x="6533089" y="0"/>
                </a:lnTo>
                <a:lnTo>
                  <a:pt x="6533089" y="2458714"/>
                </a:lnTo>
                <a:lnTo>
                  <a:pt x="0" y="24587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46814" r="0" b="-3878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2396760" y="1152525"/>
            <a:ext cx="10310198" cy="88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73"/>
              </a:lnSpc>
              <a:spcBef>
                <a:spcPct val="0"/>
              </a:spcBef>
            </a:pPr>
            <a:r>
              <a:rPr lang="en-US" sz="6673" spc="-52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Communication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4317" y="2910328"/>
            <a:ext cx="8034519" cy="73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7"/>
              </a:lnSpc>
              <a:spcBef>
                <a:spcPct val="0"/>
              </a:spcBef>
            </a:pPr>
            <a:r>
              <a:rPr lang="en-US" sz="435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 cours de développement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04679" y="2811601"/>
            <a:ext cx="4444610" cy="83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3"/>
              </a:lnSpc>
              <a:spcBef>
                <a:spcPct val="0"/>
              </a:spcBef>
            </a:pPr>
            <a:r>
              <a:rPr lang="en-US" sz="488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Projets à venir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39036"/>
            <a:ext cx="7203393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Merci.</a:t>
            </a:r>
          </a:p>
        </p:txBody>
      </p:sp>
      <p:sp>
        <p:nvSpPr>
          <p:cNvPr name="AutoShape 4" id="4"/>
          <p:cNvSpPr/>
          <p:nvPr/>
        </p:nvSpPr>
        <p:spPr>
          <a:xfrm>
            <a:off x="-585133" y="881062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641552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Instagram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78247" y="5615516"/>
            <a:ext cx="536230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@m3g_studi0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204266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Address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8247" y="6178230"/>
            <a:ext cx="596575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12 Rue Jean-Louis Bertrand, 35000 RENNES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803775"/>
            <a:ext cx="47646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CONTACTEZ-NOUS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60200" y="8951374"/>
            <a:ext cx="4914951" cy="33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32"/>
              </a:lnSpc>
              <a:spcBef>
                <a:spcPct val="0"/>
              </a:spcBef>
            </a:pPr>
            <a:r>
              <a:rPr lang="en-US" sz="195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 site web encore en développement 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772550" y="7653464"/>
            <a:ext cx="3515450" cy="1286701"/>
          </a:xfrm>
          <a:custGeom>
            <a:avLst/>
            <a:gdLst/>
            <a:ahLst/>
            <a:cxnLst/>
            <a:rect r="r" b="b" t="t" l="l"/>
            <a:pathLst>
              <a:path h="1286701" w="3515450">
                <a:moveTo>
                  <a:pt x="0" y="0"/>
                </a:moveTo>
                <a:lnTo>
                  <a:pt x="3515450" y="0"/>
                </a:lnTo>
                <a:lnTo>
                  <a:pt x="3515450" y="1286701"/>
                </a:lnTo>
                <a:lnTo>
                  <a:pt x="0" y="128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DAG7me4ERWs</dc:identifier>
  <dcterms:modified xsi:type="dcterms:W3CDTF">2011-08-01T06:04:30Z</dcterms:modified>
  <cp:revision>1</cp:revision>
  <dc:title>Presentation Mobius 18/12/2025</dc:title>
</cp:coreProperties>
</file>