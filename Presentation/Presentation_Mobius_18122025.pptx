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chivo Black" charset="1" panose="020B0A03020202020B04"/>
      <p:regular r:id="rId12"/>
    </p:embeddedFont>
    <p:embeddedFont>
      <p:font typeface="Garet Bold" charset="1" panose="00000000000000000000"/>
      <p:regular r:id="rId13"/>
    </p:embeddedFont>
    <p:embeddedFont>
      <p:font typeface="Garet" charset="1" panose="00000000000000000000"/>
      <p:regular r:id="rId14"/>
    </p:embeddedFont>
    <p:embeddedFont>
      <p:font typeface="Garet Light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https://github.com/Epigold/Mobius_EPITA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99545" y="3065575"/>
            <a:ext cx="11488910" cy="3707139"/>
          </a:xfrm>
          <a:custGeom>
            <a:avLst/>
            <a:gdLst/>
            <a:ahLst/>
            <a:cxnLst/>
            <a:rect r="r" b="b" t="t" l="l"/>
            <a:pathLst>
              <a:path h="3707139" w="11488910">
                <a:moveTo>
                  <a:pt x="0" y="0"/>
                </a:moveTo>
                <a:lnTo>
                  <a:pt x="11488910" y="0"/>
                </a:lnTo>
                <a:lnTo>
                  <a:pt x="11488910" y="3707138"/>
                </a:lnTo>
                <a:lnTo>
                  <a:pt x="0" y="370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3478" r="0" b="-5299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41593" y="6820338"/>
            <a:ext cx="3404813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 M3G_STUDIO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8488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PRÉSENTÉ PAR: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73908"/>
            <a:ext cx="2370845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Emile, Mael, Madeleine et Georges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Depuis 2025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50509" y="2938298"/>
            <a:ext cx="3261144" cy="3261144"/>
            <a:chOff x="0" y="0"/>
            <a:chExt cx="8790178" cy="8790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3"/>
              <a:stretch>
                <a:fillRect l="0" t="-16747" r="0" b="-1674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425788" y="2938298"/>
            <a:ext cx="3261144" cy="3261144"/>
            <a:chOff x="0" y="0"/>
            <a:chExt cx="8790178" cy="8790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0" t="-16747" r="0" b="-1674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601067" y="2938298"/>
            <a:ext cx="3261144" cy="3261144"/>
            <a:chOff x="0" y="0"/>
            <a:chExt cx="8790178" cy="8790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0" t="-16747" r="0" b="-16747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776346" y="2938298"/>
            <a:ext cx="3261144" cy="3261144"/>
            <a:chOff x="0" y="0"/>
            <a:chExt cx="8790178" cy="8790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0" t="-16747" r="0" b="-16747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568735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44014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19293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94572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42303" y="1123950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M3G_STUDIO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5229" y="6547601"/>
            <a:ext cx="393170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Georges Boyer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68721" y="6547601"/>
            <a:ext cx="4175279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Madeleine Diop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5229" y="7033397"/>
            <a:ext cx="3957821" cy="65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Responsable Programmation</a:t>
            </a:r>
          </a:p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Chef de Groupe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74347" y="6547601"/>
            <a:ext cx="411458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Mael Bosse Platiere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1067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Multijoueur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80106" y="6547601"/>
            <a:ext cx="405362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Emile Levast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76346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Histoire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25788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Graphisme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5936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19538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2146788" y="-99752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0573" y="340927"/>
            <a:ext cx="5010432" cy="1616722"/>
          </a:xfrm>
          <a:custGeom>
            <a:avLst/>
            <a:gdLst/>
            <a:ahLst/>
            <a:cxnLst/>
            <a:rect r="r" b="b" t="t" l="l"/>
            <a:pathLst>
              <a:path h="1616722" w="5010432">
                <a:moveTo>
                  <a:pt x="0" y="0"/>
                </a:moveTo>
                <a:lnTo>
                  <a:pt x="5010432" y="0"/>
                </a:lnTo>
                <a:lnTo>
                  <a:pt x="5010432" y="1616721"/>
                </a:lnTo>
                <a:lnTo>
                  <a:pt x="0" y="16167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3478" r="0" b="-5299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Objectifs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40501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Contraintes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52302" y="64755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Contexte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2092181"/>
          <a:ext cx="10417579" cy="6318485"/>
        </p:xfrm>
        <a:graphic>
          <a:graphicData uri="http://schemas.openxmlformats.org/drawingml/2006/table">
            <a:tbl>
              <a:tblPr/>
              <a:tblGrid>
                <a:gridCol w="5208789"/>
                <a:gridCol w="5208789"/>
              </a:tblGrid>
              <a:tr h="16598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Boucle de jeu/Mort du personnage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Combats/Exploration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6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6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Interactions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Multijoueur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2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Équilibrage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353583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3810" y="858444"/>
            <a:ext cx="5585369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Fonctionnalités et cas d’usage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966840"/>
            <a:ext cx="6614069" cy="440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4655" spc="-36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Priorisation :</a:t>
            </a:r>
          </a:p>
          <a:p>
            <a:pPr algn="ctr">
              <a:lnSpc>
                <a:spcPts val="4655"/>
              </a:lnSpc>
            </a:pPr>
          </a:p>
          <a:p>
            <a:pPr algn="ctr" marL="913823" indent="-456912" lvl="1">
              <a:lnSpc>
                <a:spcPts val="4232"/>
              </a:lnSpc>
              <a:buFont typeface="Arial"/>
              <a:buChar char="•"/>
            </a:pPr>
            <a:r>
              <a:rPr lang="en-US" sz="4232" spc="-3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Priorité à la jouabilité</a:t>
            </a:r>
          </a:p>
          <a:p>
            <a:pPr algn="ctr">
              <a:lnSpc>
                <a:spcPts val="4232"/>
              </a:lnSpc>
            </a:pPr>
          </a:p>
          <a:p>
            <a:pPr algn="ctr" marL="913823" indent="-456912" lvl="1">
              <a:lnSpc>
                <a:spcPts val="4232"/>
              </a:lnSpc>
              <a:buFont typeface="Arial"/>
              <a:buChar char="•"/>
            </a:pPr>
            <a:r>
              <a:rPr lang="en-US" sz="4232" spc="-3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Ensuite à l’esthétique</a:t>
            </a:r>
          </a:p>
          <a:p>
            <a:pPr algn="ctr">
              <a:lnSpc>
                <a:spcPts val="4232"/>
              </a:lnSpc>
            </a:pPr>
          </a:p>
          <a:p>
            <a:pPr algn="ctr" marL="913823" indent="-456912" lvl="1">
              <a:lnSpc>
                <a:spcPts val="4232"/>
              </a:lnSpc>
              <a:spcBef>
                <a:spcPct val="0"/>
              </a:spcBef>
              <a:buFont typeface="Arial"/>
              <a:buChar char="•"/>
            </a:pPr>
            <a:r>
              <a:rPr lang="en-US" sz="4232" spc="-3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 aux fonctionnalités additionnelles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00000">
            <a:off x="-1229854" y="8538950"/>
            <a:ext cx="4267329" cy="1668138"/>
          </a:xfrm>
          <a:custGeom>
            <a:avLst/>
            <a:gdLst/>
            <a:ahLst/>
            <a:cxnLst/>
            <a:rect r="r" b="b" t="t" l="l"/>
            <a:pathLst>
              <a:path h="1668138" w="4267329">
                <a:moveTo>
                  <a:pt x="0" y="0"/>
                </a:moveTo>
                <a:lnTo>
                  <a:pt x="4267329" y="0"/>
                </a:lnTo>
                <a:lnTo>
                  <a:pt x="4267329" y="1668138"/>
                </a:lnTo>
                <a:lnTo>
                  <a:pt x="0" y="16681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57300"/>
            <a:ext cx="4858365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ESTIMATION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316349"/>
            <a:ext cx="4858365" cy="2674570"/>
            <a:chOff x="0" y="0"/>
            <a:chExt cx="1279569" cy="7044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9569" cy="704413"/>
            </a:xfrm>
            <a:custGeom>
              <a:avLst/>
              <a:gdLst/>
              <a:ahLst/>
              <a:cxnLst/>
              <a:rect r="r" b="b" t="t" l="l"/>
              <a:pathLst>
                <a:path h="704413" w="1279569">
                  <a:moveTo>
                    <a:pt x="0" y="0"/>
                  </a:moveTo>
                  <a:lnTo>
                    <a:pt x="1279569" y="0"/>
                  </a:lnTo>
                  <a:lnTo>
                    <a:pt x="1279569" y="704413"/>
                  </a:lnTo>
                  <a:lnTo>
                    <a:pt x="0" y="704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79569" cy="74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723301"/>
            <a:ext cx="3337894" cy="193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0482" indent="-540241" lvl="1">
              <a:lnSpc>
                <a:spcPts val="5004"/>
              </a:lnSpc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délais</a:t>
            </a:r>
          </a:p>
          <a:p>
            <a:pPr algn="l">
              <a:lnSpc>
                <a:spcPts val="5004"/>
              </a:lnSpc>
            </a:pPr>
          </a:p>
          <a:p>
            <a:pPr algn="l" marL="1080482" indent="-540241" lvl="1">
              <a:lnSpc>
                <a:spcPts val="5004"/>
              </a:lnSpc>
              <a:spcBef>
                <a:spcPct val="0"/>
              </a:spcBef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coûts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751886" y="6616092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14580702" y="-107829"/>
            <a:ext cx="6052740" cy="2079942"/>
          </a:xfrm>
          <a:custGeom>
            <a:avLst/>
            <a:gdLst/>
            <a:ahLst/>
            <a:cxnLst/>
            <a:rect r="r" b="b" t="t" l="l"/>
            <a:pathLst>
              <a:path h="2079942" w="6052740">
                <a:moveTo>
                  <a:pt x="0" y="0"/>
                </a:moveTo>
                <a:lnTo>
                  <a:pt x="6052740" y="0"/>
                </a:lnTo>
                <a:lnTo>
                  <a:pt x="6052740" y="2079942"/>
                </a:lnTo>
                <a:lnTo>
                  <a:pt x="0" y="207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88513" y="592338"/>
            <a:ext cx="11292706" cy="9102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Merci.</a:t>
            </a:r>
          </a:p>
        </p:txBody>
      </p:sp>
      <p:sp>
        <p:nvSpPr>
          <p:cNvPr name="AutoShape 4" id="4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41552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8247" y="5615516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@m3g_studi0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204266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Address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8247" y="6178230"/>
            <a:ext cx="596575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 Rue Jean-Louis Bertrand, 35000 RENNES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03775"/>
            <a:ext cx="47646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CONTACTEZ-NOUS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772550" y="7653464"/>
            <a:ext cx="3515450" cy="1286701"/>
          </a:xfrm>
          <a:custGeom>
            <a:avLst/>
            <a:gdLst/>
            <a:ahLst/>
            <a:cxnLst/>
            <a:rect r="r" b="b" t="t" l="l"/>
            <a:pathLst>
              <a:path h="1286701" w="3515450">
                <a:moveTo>
                  <a:pt x="0" y="0"/>
                </a:moveTo>
                <a:lnTo>
                  <a:pt x="3515450" y="0"/>
                </a:lnTo>
                <a:lnTo>
                  <a:pt x="3515450" y="1286701"/>
                </a:lnTo>
                <a:lnTo>
                  <a:pt x="0" y="128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9569" y="8868249"/>
            <a:ext cx="60843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4" tooltip="https://github.com/Epigold/Mobius_EPITA/"/>
              </a:rPr>
              <a:t>https://github.com/Epigold/Mobius_EPITA/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868249"/>
            <a:ext cx="177086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Lien Github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DAG7me4ERWs</dc:identifier>
  <dcterms:modified xsi:type="dcterms:W3CDTF">2011-08-01T06:04:30Z</dcterms:modified>
  <cp:revision>1</cp:revision>
  <dc:title>Presentation Mobius 18/12/2025</dc:title>
</cp:coreProperties>
</file>