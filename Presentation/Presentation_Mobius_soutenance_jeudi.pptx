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Archivo Black" charset="1" panose="020B0A03020202020B04"/>
      <p:regular r:id="rId13"/>
    </p:embeddedFont>
    <p:embeddedFont>
      <p:font typeface="Garet Bold" charset="1" panose="00000000000000000000"/>
      <p:regular r:id="rId14"/>
    </p:embeddedFont>
    <p:embeddedFont>
      <p:font typeface="Garet" charset="1" panose="00000000000000000000"/>
      <p:regular r:id="rId15"/>
    </p:embeddedFont>
    <p:embeddedFont>
      <p:font typeface="Garet Light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Relationship Id="rId6" Target="../media/image9.jpe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Relationship Id="rId7" Target="../media/image4.png" Type="http://schemas.openxmlformats.org/officeDocument/2006/relationships/image"/><Relationship Id="rId8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16.png" Type="http://schemas.openxmlformats.org/officeDocument/2006/relationships/image"/><Relationship Id="rId6" Target="../media/image17.svg" Type="http://schemas.openxmlformats.org/officeDocument/2006/relationships/image"/><Relationship Id="rId7" Target="../media/image2.png" Type="http://schemas.openxmlformats.org/officeDocument/2006/relationships/image"/><Relationship Id="rId8" Target="../media/image3.svg" Type="http://schemas.openxmlformats.org/officeDocument/2006/relationships/image"/><Relationship Id="rId9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.pn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3.png" Type="http://schemas.openxmlformats.org/officeDocument/2006/relationships/image"/><Relationship Id="rId4" Target="https://github.com/Epigold/Mobius_EPITA/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028700"/>
            <a:ext cx="797433" cy="707541"/>
          </a:xfrm>
          <a:custGeom>
            <a:avLst/>
            <a:gdLst/>
            <a:ahLst/>
            <a:cxnLst/>
            <a:rect r="r" b="b" t="t" l="l"/>
            <a:pathLst>
              <a:path h="707541" w="797433">
                <a:moveTo>
                  <a:pt x="0" y="0"/>
                </a:moveTo>
                <a:lnTo>
                  <a:pt x="797433" y="0"/>
                </a:lnTo>
                <a:lnTo>
                  <a:pt x="797433" y="707541"/>
                </a:lnTo>
                <a:lnTo>
                  <a:pt x="0" y="70754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399545" y="3065575"/>
            <a:ext cx="11488910" cy="3707139"/>
          </a:xfrm>
          <a:custGeom>
            <a:avLst/>
            <a:gdLst/>
            <a:ahLst/>
            <a:cxnLst/>
            <a:rect r="r" b="b" t="t" l="l"/>
            <a:pathLst>
              <a:path h="3707139" w="11488910">
                <a:moveTo>
                  <a:pt x="0" y="0"/>
                </a:moveTo>
                <a:lnTo>
                  <a:pt x="11488910" y="0"/>
                </a:lnTo>
                <a:lnTo>
                  <a:pt x="11488910" y="3707138"/>
                </a:lnTo>
                <a:lnTo>
                  <a:pt x="0" y="37071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3478" r="0" b="-52993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441593" y="6820338"/>
            <a:ext cx="3404813" cy="3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Par M3G_STUDIO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8784881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PRÉSENTÉ PAR: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073908"/>
            <a:ext cx="2370845" cy="494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sz="1599">
                <a:solidFill>
                  <a:srgbClr val="2B2B2B"/>
                </a:solidFill>
                <a:latin typeface="Garet"/>
                <a:ea typeface="Garet"/>
                <a:cs typeface="Garet"/>
                <a:sym typeface="Garet"/>
              </a:rPr>
              <a:t>Emile, Mael, Madeleine et Georges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68701" y="1304925"/>
            <a:ext cx="4321082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45454"/>
                </a:solidFill>
                <a:latin typeface="Garet Light"/>
                <a:ea typeface="Garet Light"/>
                <a:cs typeface="Garet Light"/>
                <a:sym typeface="Garet Light"/>
              </a:rPr>
              <a:t>Depuis 2025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6208945" y="8673492"/>
            <a:ext cx="1902673" cy="1902673"/>
          </a:xfrm>
          <a:custGeom>
            <a:avLst/>
            <a:gdLst/>
            <a:ahLst/>
            <a:cxnLst/>
            <a:rect r="r" b="b" t="t" l="l"/>
            <a:pathLst>
              <a:path h="1902673" w="1902673">
                <a:moveTo>
                  <a:pt x="0" y="0"/>
                </a:moveTo>
                <a:lnTo>
                  <a:pt x="1902672" y="0"/>
                </a:lnTo>
                <a:lnTo>
                  <a:pt x="1902672" y="1902673"/>
                </a:lnTo>
                <a:lnTo>
                  <a:pt x="0" y="19026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585133" y="8678254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585133" y="910687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1250509" y="2938298"/>
            <a:ext cx="3261144" cy="3261144"/>
            <a:chOff x="0" y="0"/>
            <a:chExt cx="8790178" cy="879017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3"/>
              <a:stretch>
                <a:fillRect l="0" t="-16747" r="0" b="-16747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5425788" y="2938298"/>
            <a:ext cx="3261144" cy="3261144"/>
            <a:chOff x="0" y="0"/>
            <a:chExt cx="8790178" cy="87901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4"/>
              <a:stretch>
                <a:fillRect l="0" t="-16747" r="0" b="-16747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9601067" y="2938298"/>
            <a:ext cx="3261144" cy="3261144"/>
            <a:chOff x="0" y="0"/>
            <a:chExt cx="8790178" cy="879017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5"/>
              <a:stretch>
                <a:fillRect l="0" t="-16747" r="0" b="-16747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3776346" y="2938298"/>
            <a:ext cx="3261144" cy="3261144"/>
            <a:chOff x="0" y="0"/>
            <a:chExt cx="8790178" cy="879017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6"/>
              <a:stretch>
                <a:fillRect l="0" t="-16747" r="0" b="-16747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2568735" y="7765716"/>
            <a:ext cx="624692" cy="623129"/>
          </a:xfrm>
          <a:custGeom>
            <a:avLst/>
            <a:gdLst/>
            <a:ahLst/>
            <a:cxnLst/>
            <a:rect r="r" b="b" t="t" l="l"/>
            <a:pathLst>
              <a:path h="623129" w="624692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17870" t="0" r="0" b="-122462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6744014" y="7765716"/>
            <a:ext cx="624692" cy="623129"/>
          </a:xfrm>
          <a:custGeom>
            <a:avLst/>
            <a:gdLst/>
            <a:ahLst/>
            <a:cxnLst/>
            <a:rect r="r" b="b" t="t" l="l"/>
            <a:pathLst>
              <a:path h="623129" w="624692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17870" t="0" r="0" b="-122462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0919293" y="7765716"/>
            <a:ext cx="624692" cy="623129"/>
          </a:xfrm>
          <a:custGeom>
            <a:avLst/>
            <a:gdLst/>
            <a:ahLst/>
            <a:cxnLst/>
            <a:rect r="r" b="b" t="t" l="l"/>
            <a:pathLst>
              <a:path h="623129" w="624692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17870" t="0" r="0" b="-122462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5094572" y="7765716"/>
            <a:ext cx="624692" cy="623129"/>
          </a:xfrm>
          <a:custGeom>
            <a:avLst/>
            <a:gdLst/>
            <a:ahLst/>
            <a:cxnLst/>
            <a:rect r="r" b="b" t="t" l="l"/>
            <a:pathLst>
              <a:path h="623129" w="624692">
                <a:moveTo>
                  <a:pt x="0" y="0"/>
                </a:moveTo>
                <a:lnTo>
                  <a:pt x="624693" y="0"/>
                </a:lnTo>
                <a:lnTo>
                  <a:pt x="624693" y="623129"/>
                </a:lnTo>
                <a:lnTo>
                  <a:pt x="0" y="62312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117870" t="0" r="0" b="-122462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5542303" y="1123950"/>
            <a:ext cx="720339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M3G_STUDIO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15229" y="6547601"/>
            <a:ext cx="3931704" cy="33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199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Georges Boyer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68721" y="6547601"/>
            <a:ext cx="4175279" cy="33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199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Madeleine Diop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5229" y="7033397"/>
            <a:ext cx="3957821" cy="65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Responsable Programmation</a:t>
            </a:r>
          </a:p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Chef de Groupe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174347" y="6547601"/>
            <a:ext cx="4114584" cy="33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199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Mael Bosse Platiere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01067" y="7033397"/>
            <a:ext cx="3261144" cy="31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Responsable Multijoueur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380106" y="6547601"/>
            <a:ext cx="4053624" cy="33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199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Emile Levast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76346" y="7033397"/>
            <a:ext cx="3261144" cy="31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Responsable Histoire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425788" y="7033397"/>
            <a:ext cx="3261144" cy="31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Responsable Graphisme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6208945" y="8673492"/>
            <a:ext cx="1902673" cy="1902673"/>
          </a:xfrm>
          <a:custGeom>
            <a:avLst/>
            <a:gdLst/>
            <a:ahLst/>
            <a:cxnLst/>
            <a:rect r="r" b="b" t="t" l="l"/>
            <a:pathLst>
              <a:path h="1902673" w="1902673">
                <a:moveTo>
                  <a:pt x="0" y="0"/>
                </a:moveTo>
                <a:lnTo>
                  <a:pt x="1902672" y="0"/>
                </a:lnTo>
                <a:lnTo>
                  <a:pt x="1902672" y="1902673"/>
                </a:lnTo>
                <a:lnTo>
                  <a:pt x="0" y="190267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095936" y="5586534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307737" y="5586534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519538" y="5586534"/>
            <a:ext cx="1672526" cy="702461"/>
          </a:xfrm>
          <a:custGeom>
            <a:avLst/>
            <a:gdLst/>
            <a:ahLst/>
            <a:cxnLst/>
            <a:rect r="r" b="b" t="t" l="l"/>
            <a:pathLst>
              <a:path h="702461" w="1672526">
                <a:moveTo>
                  <a:pt x="0" y="0"/>
                </a:moveTo>
                <a:lnTo>
                  <a:pt x="1672526" y="0"/>
                </a:lnTo>
                <a:lnTo>
                  <a:pt x="1672526" y="702461"/>
                </a:lnTo>
                <a:lnTo>
                  <a:pt x="0" y="70246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2146788" y="-99752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28700" y="1037223"/>
            <a:ext cx="6719105" cy="2168061"/>
          </a:xfrm>
          <a:custGeom>
            <a:avLst/>
            <a:gdLst/>
            <a:ahLst/>
            <a:cxnLst/>
            <a:rect r="r" b="b" t="t" l="l"/>
            <a:pathLst>
              <a:path h="2168061" w="6719105">
                <a:moveTo>
                  <a:pt x="0" y="0"/>
                </a:moveTo>
                <a:lnTo>
                  <a:pt x="6719105" y="0"/>
                </a:lnTo>
                <a:lnTo>
                  <a:pt x="6719105" y="2168061"/>
                </a:lnTo>
                <a:lnTo>
                  <a:pt x="0" y="21680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63478" r="0" b="-52993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665744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Objectifs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240501" y="665744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Contraintes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52302" y="665744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Contexte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5229" y="7215327"/>
            <a:ext cx="3957821" cy="31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Faire un Jeu Video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089678" y="7215327"/>
            <a:ext cx="3957821" cy="650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Python, Pygame</a:t>
            </a:r>
          </a:p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Groupe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6208945" y="8673492"/>
            <a:ext cx="1902673" cy="1902673"/>
          </a:xfrm>
          <a:custGeom>
            <a:avLst/>
            <a:gdLst/>
            <a:ahLst/>
            <a:cxnLst/>
            <a:rect r="r" b="b" t="t" l="l"/>
            <a:pathLst>
              <a:path h="1902673" w="1902673">
                <a:moveTo>
                  <a:pt x="0" y="0"/>
                </a:moveTo>
                <a:lnTo>
                  <a:pt x="1902672" y="0"/>
                </a:lnTo>
                <a:lnTo>
                  <a:pt x="1902672" y="1902673"/>
                </a:lnTo>
                <a:lnTo>
                  <a:pt x="0" y="190267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AutoShape 14" id="14"/>
          <p:cNvSpPr/>
          <p:nvPr/>
        </p:nvSpPr>
        <p:spPr>
          <a:xfrm>
            <a:off x="-585133" y="8678254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>
            <a:off x="-585133" y="910687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6" id="16"/>
          <p:cNvSpPr txBox="true"/>
          <p:nvPr/>
        </p:nvSpPr>
        <p:spPr>
          <a:xfrm rot="0">
            <a:off x="13452302" y="7215327"/>
            <a:ext cx="3957821" cy="31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Projet EPITA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292567" y="3405312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585133" y="2655281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-5400000">
            <a:off x="1780586" y="5895386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36502" y="490061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Fonctionnalités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780347" y="490061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Technologies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452302" y="4900612"/>
            <a:ext cx="3806998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Usage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75777" y="1247775"/>
            <a:ext cx="6804570" cy="66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Périmètre du jeu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5400000">
            <a:off x="14238409" y="6513522"/>
            <a:ext cx="2234784" cy="2878528"/>
          </a:xfrm>
          <a:custGeom>
            <a:avLst/>
            <a:gdLst/>
            <a:ahLst/>
            <a:cxnLst/>
            <a:rect r="r" b="b" t="t" l="l"/>
            <a:pathLst>
              <a:path h="2878528" w="2234784">
                <a:moveTo>
                  <a:pt x="0" y="0"/>
                </a:moveTo>
                <a:lnTo>
                  <a:pt x="2234784" y="0"/>
                </a:lnTo>
                <a:lnTo>
                  <a:pt x="2234784" y="2878528"/>
                </a:lnTo>
                <a:lnTo>
                  <a:pt x="0" y="287852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122668" y="6487919"/>
            <a:ext cx="3122356" cy="2770381"/>
          </a:xfrm>
          <a:custGeom>
            <a:avLst/>
            <a:gdLst/>
            <a:ahLst/>
            <a:cxnLst/>
            <a:rect r="r" b="b" t="t" l="l"/>
            <a:pathLst>
              <a:path h="2770381" w="3122356">
                <a:moveTo>
                  <a:pt x="0" y="0"/>
                </a:moveTo>
                <a:lnTo>
                  <a:pt x="3122356" y="0"/>
                </a:lnTo>
                <a:lnTo>
                  <a:pt x="3122356" y="2770381"/>
                </a:lnTo>
                <a:lnTo>
                  <a:pt x="0" y="277038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208945" y="8673492"/>
            <a:ext cx="1902673" cy="1902673"/>
          </a:xfrm>
          <a:custGeom>
            <a:avLst/>
            <a:gdLst/>
            <a:ahLst/>
            <a:cxnLst/>
            <a:rect r="r" b="b" t="t" l="l"/>
            <a:pathLst>
              <a:path h="1902673" w="1902673">
                <a:moveTo>
                  <a:pt x="0" y="0"/>
                </a:moveTo>
                <a:lnTo>
                  <a:pt x="1902672" y="0"/>
                </a:lnTo>
                <a:lnTo>
                  <a:pt x="1902672" y="1902673"/>
                </a:lnTo>
                <a:lnTo>
                  <a:pt x="0" y="190267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6841721" y="2092181"/>
          <a:ext cx="10417579" cy="6318485"/>
        </p:xfrm>
        <a:graphic>
          <a:graphicData uri="http://schemas.openxmlformats.org/drawingml/2006/table">
            <a:tbl>
              <a:tblPr/>
              <a:tblGrid>
                <a:gridCol w="5208789"/>
                <a:gridCol w="5208789"/>
              </a:tblGrid>
              <a:tr h="16598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Boucle de jeu/Mort du personnage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Combats/Exploration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36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Sons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Interface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36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Interactions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Multijoueur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7127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Équilibrage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619"/>
                        </a:lnSpc>
                        <a:defRPr/>
                      </a:pPr>
                      <a:r>
                        <a:rPr lang="en-US" sz="3299">
                          <a:solidFill>
                            <a:srgbClr val="000000"/>
                          </a:solidFill>
                          <a:latin typeface="Garet"/>
                          <a:ea typeface="Garet"/>
                          <a:cs typeface="Garet"/>
                          <a:sym typeface="Garet"/>
                        </a:rPr>
                        <a:t>Progression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5793388" y="7353583"/>
            <a:ext cx="1641362" cy="2114167"/>
          </a:xfrm>
          <a:custGeom>
            <a:avLst/>
            <a:gdLst/>
            <a:ahLst/>
            <a:cxnLst/>
            <a:rect r="r" b="b" t="t" l="l"/>
            <a:pathLst>
              <a:path h="2114167" w="1641362">
                <a:moveTo>
                  <a:pt x="0" y="0"/>
                </a:moveTo>
                <a:lnTo>
                  <a:pt x="1641362" y="0"/>
                </a:lnTo>
                <a:lnTo>
                  <a:pt x="1641362" y="2114166"/>
                </a:lnTo>
                <a:lnTo>
                  <a:pt x="0" y="21141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903810" y="858444"/>
            <a:ext cx="5585369" cy="1233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530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Fonctionnalités et cas d’usage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0" y="2966840"/>
            <a:ext cx="6614069" cy="4405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55"/>
              </a:lnSpc>
            </a:pPr>
            <a:r>
              <a:rPr lang="en-US" sz="4655" spc="-36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Priorisation :</a:t>
            </a:r>
          </a:p>
          <a:p>
            <a:pPr algn="ctr">
              <a:lnSpc>
                <a:spcPts val="4655"/>
              </a:lnSpc>
            </a:pPr>
          </a:p>
          <a:p>
            <a:pPr algn="ctr" marL="913823" indent="-456912" lvl="1">
              <a:lnSpc>
                <a:spcPts val="4232"/>
              </a:lnSpc>
              <a:buFont typeface="Arial"/>
              <a:buChar char="•"/>
            </a:pPr>
            <a:r>
              <a:rPr lang="en-US" sz="4232" spc="-33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Priorité à la jouabilité</a:t>
            </a:r>
          </a:p>
          <a:p>
            <a:pPr algn="ctr">
              <a:lnSpc>
                <a:spcPts val="4232"/>
              </a:lnSpc>
            </a:pPr>
          </a:p>
          <a:p>
            <a:pPr algn="ctr" marL="913823" indent="-456912" lvl="1">
              <a:lnSpc>
                <a:spcPts val="4232"/>
              </a:lnSpc>
              <a:buFont typeface="Arial"/>
              <a:buChar char="•"/>
            </a:pPr>
            <a:r>
              <a:rPr lang="en-US" sz="4232" spc="-33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Ensuite à l’esthétique</a:t>
            </a:r>
          </a:p>
          <a:p>
            <a:pPr algn="ctr">
              <a:lnSpc>
                <a:spcPts val="4232"/>
              </a:lnSpc>
            </a:pPr>
          </a:p>
          <a:p>
            <a:pPr algn="ctr" marL="913823" indent="-456912" lvl="1">
              <a:lnSpc>
                <a:spcPts val="4232"/>
              </a:lnSpc>
              <a:spcBef>
                <a:spcPct val="0"/>
              </a:spcBef>
              <a:buFont typeface="Arial"/>
              <a:buChar char="•"/>
            </a:pPr>
            <a:r>
              <a:rPr lang="en-US" sz="4232" spc="-33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Et aux fonctionnalités additionnelles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2700000">
            <a:off x="-1229854" y="8538950"/>
            <a:ext cx="4267329" cy="1668138"/>
          </a:xfrm>
          <a:custGeom>
            <a:avLst/>
            <a:gdLst/>
            <a:ahLst/>
            <a:cxnLst/>
            <a:rect r="r" b="b" t="t" l="l"/>
            <a:pathLst>
              <a:path h="1668138" w="4267329">
                <a:moveTo>
                  <a:pt x="0" y="0"/>
                </a:moveTo>
                <a:lnTo>
                  <a:pt x="4267329" y="0"/>
                </a:lnTo>
                <a:lnTo>
                  <a:pt x="4267329" y="1668138"/>
                </a:lnTo>
                <a:lnTo>
                  <a:pt x="0" y="16681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208945" y="8673492"/>
            <a:ext cx="1902673" cy="1902673"/>
          </a:xfrm>
          <a:custGeom>
            <a:avLst/>
            <a:gdLst/>
            <a:ahLst/>
            <a:cxnLst/>
            <a:rect r="r" b="b" t="t" l="l"/>
            <a:pathLst>
              <a:path h="1902673" w="1902673">
                <a:moveTo>
                  <a:pt x="0" y="0"/>
                </a:moveTo>
                <a:lnTo>
                  <a:pt x="1902672" y="0"/>
                </a:lnTo>
                <a:lnTo>
                  <a:pt x="1902672" y="1902673"/>
                </a:lnTo>
                <a:lnTo>
                  <a:pt x="0" y="190267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257300"/>
            <a:ext cx="4858365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0"/>
              </a:lnSpc>
              <a:spcBef>
                <a:spcPct val="0"/>
              </a:spcBef>
            </a:pPr>
            <a:r>
              <a:rPr lang="en-US" sz="6000" spc="-474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ESTIMATION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28700" y="3316349"/>
            <a:ext cx="4858365" cy="2674570"/>
            <a:chOff x="0" y="0"/>
            <a:chExt cx="1279569" cy="70441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79569" cy="704413"/>
            </a:xfrm>
            <a:custGeom>
              <a:avLst/>
              <a:gdLst/>
              <a:ahLst/>
              <a:cxnLst/>
              <a:rect r="r" b="b" t="t" l="l"/>
              <a:pathLst>
                <a:path h="704413" w="1279569">
                  <a:moveTo>
                    <a:pt x="0" y="0"/>
                  </a:moveTo>
                  <a:lnTo>
                    <a:pt x="1279569" y="0"/>
                  </a:lnTo>
                  <a:lnTo>
                    <a:pt x="1279569" y="704413"/>
                  </a:lnTo>
                  <a:lnTo>
                    <a:pt x="0" y="70441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79569" cy="7425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28700" y="3723301"/>
            <a:ext cx="3337894" cy="19368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80482" indent="-540241" lvl="1">
              <a:lnSpc>
                <a:spcPts val="5004"/>
              </a:lnSpc>
              <a:buFont typeface="Arial"/>
              <a:buChar char="•"/>
            </a:pPr>
            <a:r>
              <a:rPr lang="en-US" sz="5004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délais</a:t>
            </a:r>
          </a:p>
          <a:p>
            <a:pPr algn="l">
              <a:lnSpc>
                <a:spcPts val="5004"/>
              </a:lnSpc>
            </a:pPr>
          </a:p>
          <a:p>
            <a:pPr algn="l" marL="1080482" indent="-540241" lvl="1">
              <a:lnSpc>
                <a:spcPts val="5004"/>
              </a:lnSpc>
              <a:spcBef>
                <a:spcPct val="0"/>
              </a:spcBef>
              <a:buFont typeface="Arial"/>
              <a:buChar char="•"/>
            </a:pPr>
            <a:r>
              <a:rPr lang="en-US" sz="5004" spc="-39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coûts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6208945" y="8673492"/>
            <a:ext cx="1902673" cy="1902673"/>
          </a:xfrm>
          <a:custGeom>
            <a:avLst/>
            <a:gdLst/>
            <a:ahLst/>
            <a:cxnLst/>
            <a:rect r="r" b="b" t="t" l="l"/>
            <a:pathLst>
              <a:path h="1902673" w="1902673">
                <a:moveTo>
                  <a:pt x="0" y="0"/>
                </a:moveTo>
                <a:lnTo>
                  <a:pt x="1902672" y="0"/>
                </a:lnTo>
                <a:lnTo>
                  <a:pt x="1902672" y="1902673"/>
                </a:lnTo>
                <a:lnTo>
                  <a:pt x="0" y="19026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5400000">
            <a:off x="751886" y="6616092"/>
            <a:ext cx="2611028" cy="4114800"/>
          </a:xfrm>
          <a:custGeom>
            <a:avLst/>
            <a:gdLst/>
            <a:ahLst/>
            <a:cxnLst/>
            <a:rect r="r" b="b" t="t" l="l"/>
            <a:pathLst>
              <a:path h="4114800" w="2611028">
                <a:moveTo>
                  <a:pt x="0" y="0"/>
                </a:moveTo>
                <a:lnTo>
                  <a:pt x="2611028" y="0"/>
                </a:lnTo>
                <a:lnTo>
                  <a:pt x="26110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2700000">
            <a:off x="14580702" y="-107829"/>
            <a:ext cx="6052740" cy="2079942"/>
          </a:xfrm>
          <a:custGeom>
            <a:avLst/>
            <a:gdLst/>
            <a:ahLst/>
            <a:cxnLst/>
            <a:rect r="r" b="b" t="t" l="l"/>
            <a:pathLst>
              <a:path h="2079942" w="6052740">
                <a:moveTo>
                  <a:pt x="0" y="0"/>
                </a:moveTo>
                <a:lnTo>
                  <a:pt x="6052740" y="0"/>
                </a:lnTo>
                <a:lnTo>
                  <a:pt x="6052740" y="2079942"/>
                </a:lnTo>
                <a:lnTo>
                  <a:pt x="0" y="207994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488513" y="592338"/>
            <a:ext cx="11292706" cy="91023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2739036"/>
            <a:ext cx="7203393" cy="66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30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Merci.</a:t>
            </a:r>
          </a:p>
        </p:txBody>
      </p:sp>
      <p:sp>
        <p:nvSpPr>
          <p:cNvPr name="AutoShape 4" id="4"/>
          <p:cNvSpPr/>
          <p:nvPr/>
        </p:nvSpPr>
        <p:spPr>
          <a:xfrm>
            <a:off x="-585133" y="8810621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028700" y="5641552"/>
            <a:ext cx="214954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Instagram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178247" y="5615516"/>
            <a:ext cx="536230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@m3g_studi0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6204266"/>
            <a:ext cx="2149547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Address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78247" y="6178230"/>
            <a:ext cx="5965753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12 Rue Jean-Louis Bertrand, 35000 RENNES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803775"/>
            <a:ext cx="476468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  <a:spcBef>
                <a:spcPct val="0"/>
              </a:spcBef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CONTACTEZ-NOUS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772550" y="7653464"/>
            <a:ext cx="3515450" cy="1286701"/>
          </a:xfrm>
          <a:custGeom>
            <a:avLst/>
            <a:gdLst/>
            <a:ahLst/>
            <a:cxnLst/>
            <a:rect r="r" b="b" t="t" l="l"/>
            <a:pathLst>
              <a:path h="1286701" w="3515450">
                <a:moveTo>
                  <a:pt x="0" y="0"/>
                </a:moveTo>
                <a:lnTo>
                  <a:pt x="3515450" y="0"/>
                </a:lnTo>
                <a:lnTo>
                  <a:pt x="3515450" y="1286701"/>
                </a:lnTo>
                <a:lnTo>
                  <a:pt x="0" y="12867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799569" y="8868249"/>
            <a:ext cx="608433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  <a:hlinkClick r:id="rId4" tooltip="https://github.com/Epigold/Mobius_EPITA/"/>
              </a:rPr>
              <a:t>https://github.com/Epigold/Mobius_EPITA/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868249"/>
            <a:ext cx="1770869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Lien Github 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DAG7me4ERWs</dc:identifier>
  <dcterms:modified xsi:type="dcterms:W3CDTF">2011-08-01T06:04:30Z</dcterms:modified>
  <cp:revision>1</cp:revision>
  <dc:title>Presentation Mobius 18/12/2025</dc:title>
</cp:coreProperties>
</file>